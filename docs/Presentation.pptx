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/>
            </a:pPr>
            <a:r>
              <a:rPr b="1">
                <a:solidFill>
                  <a:srgbClr val="D81B60"/>
                </a:solidFill>
              </a:rPr>
              <a:t>CheynTech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Online Ordering and Delivery Management System for Cheyn's Gadgets</a:t>
            </a:r>
          </a:p>
          <a:p/>
          <a:p>
            <a:r>
              <a:t>Group 3 | AY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D81B6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No online sales channel and lack of systemized inventory tracking.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No digital product catalog, making it difficult for customers to browse remotely.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No remote purchasing or official delivery options.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Untracked stockouts due to informal inventory management.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Missing transaction records causing difficult financial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D81B60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Develop a fully functional, live-deployed web platform for ordering and delivery.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Provide a customer-facing storefront for browsing and checkout.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Offer order fulfillment via in-store pickup or local delivery.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Implement real-time inventory tracking and status updates.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Equip the owner with an admin dashboard for product and order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D81B60"/>
                </a:solidFill>
              </a:rPr>
              <a:t>Meet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Marvin A.: Project Manager / PHP Scripting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Jayro G.: UI/UX Designer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Neo C.: Front-end Developer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Troy D.: Database Administrator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Kim B.: Tester / QA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D81B60"/>
                </a:solidFill>
              </a:rPr>
              <a:t>Evidences of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IEEE Literature Review: Detailed technical research on e-commerce solutions.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Work Breakdown Structure (WBS): Comprehensive breakdown of project tasks.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Gantt Chart: Strict timeline mapping from wireframing to live deployment.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Figma Prototyping: Validating UI/UX design via hi-fi prototypes.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